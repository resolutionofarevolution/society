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60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47ACAB66-E9BC-4F03-9A47-EA67C2F4F58D}">
          <p14:sldIdLst>
            <p14:sldId id="256"/>
          </p14:sldIdLst>
        </p14:section>
        <p14:section name="objective" id="{687E8EC1-8138-4A69-965A-19A872C200B3}">
          <p14:sldIdLst>
            <p14:sldId id="260"/>
          </p14:sldIdLst>
        </p14:section>
        <p14:section name="BASE" id="{AF7F03E9-C894-4804-8F1E-DEA790AB6A6D}">
          <p14:sldIdLst>
            <p14:sldId id="258"/>
            <p14:sldId id="259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101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59475-2C49-437F-A672-0440C4CC2DF9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B6A9F-4D83-4665-9404-8B0060471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9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 </a:t>
            </a:r>
            <a:r>
              <a:rPr lang="en-US" dirty="0" err="1" smtClean="0"/>
              <a:t>basicaly</a:t>
            </a:r>
            <a:r>
              <a:rPr lang="en-US" dirty="0" smtClean="0"/>
              <a:t> there are three</a:t>
            </a:r>
            <a:r>
              <a:rPr lang="en-US" baseline="0" dirty="0" smtClean="0"/>
              <a:t> users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3B6A9F-4D83-4665-9404-8B00604711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18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12EF36A2-4578-481B-BC08-207DE1FF34AA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3571CEBD-D52A-4F1C-A1BB-D41C14A1BA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962400"/>
            <a:ext cx="7772400" cy="1470025"/>
          </a:xfrm>
        </p:spPr>
        <p:txBody>
          <a:bodyPr/>
          <a:lstStyle/>
          <a:p>
            <a:pPr algn="ctr"/>
            <a:r>
              <a:rPr lang="en-US" sz="4800" dirty="0" smtClean="0"/>
              <a:t>SOCIETY MANAGEMENT SYSTEM</a:t>
            </a:r>
            <a:br>
              <a:rPr lang="en-US" sz="4800" dirty="0" smtClean="0"/>
            </a:br>
            <a:r>
              <a:rPr lang="en-US" sz="4800" dirty="0" smtClean="0"/>
              <a:t>WEB APP</a:t>
            </a:r>
            <a:endParaRPr lang="en-US" sz="4800" dirty="0"/>
          </a:p>
        </p:txBody>
      </p:sp>
      <p:pic>
        <p:nvPicPr>
          <p:cNvPr id="1026" name="Picture 2" descr="C:\xampp\htdocs\Society\img\backgrounds\metro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4" r="22596" b="25000"/>
          <a:stretch/>
        </p:blipFill>
        <p:spPr bwMode="auto">
          <a:xfrm>
            <a:off x="739588" y="0"/>
            <a:ext cx="7651377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72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295400"/>
            <a:ext cx="7467600" cy="54440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This Running Age No One Has Time To Stand In Front Of  Notice Board And Read Notices.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Are Many Complaints In Residents Mind About Their Neighbors About A Security Person Or Even About A Facility Or A Event In Society.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Each Resident Should  Go Into The Society Office And Pay For The Facilities They Are Using And No One Likes Long Q’s In This Digital Era.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Have To Keep Record Of Each Entry And Exit Which Consumes A Lot Of Time Of  That Person And It Makes A Lots Of Registers Which Could Be Lost.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Managing Persons Are Also Need To Keep Records Of Payments Which Also Makes Lots Of Paper Work.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57200"/>
            <a:ext cx="7467600" cy="914400"/>
          </a:xfrm>
          <a:prstGeom prst="rect">
            <a:avLst/>
          </a:prstGeom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2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Following current system drawbacks are focused by this software solution </a:t>
            </a:r>
          </a:p>
        </p:txBody>
      </p:sp>
    </p:spTree>
    <p:extLst>
      <p:ext uri="{BB962C8B-B14F-4D97-AF65-F5344CB8AC3E}">
        <p14:creationId xmlns:p14="http://schemas.microsoft.com/office/powerpoint/2010/main" val="108631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41608" y="762000"/>
            <a:ext cx="7848600" cy="1066800"/>
          </a:xfrm>
          <a:prstGeom prst="roundRect">
            <a:avLst/>
          </a:prstGeom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22608" y="941457"/>
            <a:ext cx="708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FOLLOWING WEB TECHNOLOGIES AND PROGRAMMING LANGUAGES ARE USED IN IT…</a:t>
            </a:r>
            <a:endParaRPr lang="en-US" sz="2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2608" y="20574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17212" y="1905000"/>
            <a:ext cx="6497392" cy="4678204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02060"/>
                </a:solidFill>
              </a:rPr>
              <a:t>HTML5 (Hyper Text Markup Language)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02060"/>
                </a:solidFill>
              </a:rPr>
              <a:t>CSS (</a:t>
            </a:r>
            <a:r>
              <a:rPr lang="en-US" sz="2000" dirty="0">
                <a:solidFill>
                  <a:srgbClr val="002060"/>
                </a:solidFill>
              </a:rPr>
              <a:t>Cascading Style </a:t>
            </a:r>
            <a:r>
              <a:rPr lang="en-US" sz="2000" dirty="0" smtClean="0">
                <a:solidFill>
                  <a:srgbClr val="002060"/>
                </a:solidFill>
              </a:rPr>
              <a:t>Sheet)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02060"/>
                </a:solidFill>
              </a:rPr>
              <a:t>JAVASCRIPT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</a:rPr>
              <a:t>BOOTSTRAP FRAMEWORK(FOR </a:t>
            </a:r>
            <a:r>
              <a:rPr lang="en-US" sz="2000" dirty="0" smtClean="0">
                <a:solidFill>
                  <a:srgbClr val="002060"/>
                </a:solidFill>
              </a:rPr>
              <a:t>FRONTEND)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02060"/>
                </a:solidFill>
              </a:rPr>
              <a:t>AJAX(</a:t>
            </a:r>
            <a:r>
              <a:rPr lang="en-US" sz="2000" dirty="0">
                <a:solidFill>
                  <a:srgbClr val="002060"/>
                </a:solidFill>
              </a:rPr>
              <a:t>Asynchronous JavaScript and </a:t>
            </a:r>
            <a:r>
              <a:rPr lang="en-US" sz="2000" dirty="0" smtClean="0">
                <a:solidFill>
                  <a:srgbClr val="002060"/>
                </a:solidFill>
              </a:rPr>
              <a:t>XML)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02060"/>
                </a:solidFill>
              </a:rPr>
              <a:t>PHP(</a:t>
            </a:r>
            <a:r>
              <a:rPr lang="en-US" sz="2000" dirty="0">
                <a:solidFill>
                  <a:srgbClr val="002060"/>
                </a:solidFill>
              </a:rPr>
              <a:t>Hypertext </a:t>
            </a:r>
            <a:r>
              <a:rPr lang="en-US" sz="2000" dirty="0" smtClean="0">
                <a:solidFill>
                  <a:srgbClr val="002060"/>
                </a:solidFill>
              </a:rPr>
              <a:t>Preprocessor)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smtClean="0">
                <a:solidFill>
                  <a:srgbClr val="002060"/>
                </a:solidFill>
              </a:rPr>
              <a:t>MYSQLI(</a:t>
            </a:r>
            <a:r>
              <a:rPr lang="en-US" sz="2000" dirty="0">
                <a:solidFill>
                  <a:srgbClr val="002060"/>
                </a:solidFill>
              </a:rPr>
              <a:t>MySQL </a:t>
            </a:r>
            <a:r>
              <a:rPr lang="en-US" sz="2000" dirty="0" smtClean="0">
                <a:solidFill>
                  <a:srgbClr val="002060"/>
                </a:solidFill>
              </a:rPr>
              <a:t>Improved)</a:t>
            </a:r>
            <a:endParaRPr lang="en-US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567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100233"/>
              </p:ext>
            </p:extLst>
          </p:nvPr>
        </p:nvGraphicFramePr>
        <p:xfrm>
          <a:off x="762000" y="685800"/>
          <a:ext cx="7696200" cy="5806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746"/>
                <a:gridCol w="2539746"/>
                <a:gridCol w="2616708"/>
              </a:tblGrid>
              <a:tr h="6581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Parts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Progra</a:t>
                      </a: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mming languages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Web technologies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8740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300000"/>
                        </a:lnSpc>
                      </a:pPr>
                      <a:r>
                        <a:rPr lang="en-US" sz="2000" dirty="0" smtClean="0"/>
                        <a:t>FRONTEND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</a:rPr>
                        <a:t>BOOTSTRAP</a:t>
                      </a:r>
                    </a:p>
                    <a:p>
                      <a:pPr algn="ctr"/>
                      <a:r>
                        <a:rPr lang="en-US" sz="1800" dirty="0" smtClean="0">
                          <a:solidFill>
                            <a:srgbClr val="002060"/>
                          </a:solidFill>
                        </a:rPr>
                        <a:t>FRAMEWORK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8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2060"/>
                          </a:solidFill>
                        </a:rPr>
                        <a:t>CSS</a:t>
                      </a:r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954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2060"/>
                          </a:solidFill>
                        </a:rPr>
                        <a:t>HTML5</a:t>
                      </a:r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93150">
                <a:tc rowSpan="2"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300000"/>
                        </a:lnSpc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SCRIPTING/LOGIC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300000"/>
                        </a:lnSpc>
                      </a:pPr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endParaRPr lang="en-US" sz="1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SERVER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SCRIPTING</a:t>
                      </a:r>
                      <a:endParaRPr lang="en-US" sz="1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93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2060"/>
                          </a:solidFill>
                        </a:rPr>
                        <a:t>AJAX</a:t>
                      </a:r>
                      <a:endParaRPr lang="en-US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645276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300000"/>
                        </a:lnSpc>
                      </a:pPr>
                      <a:r>
                        <a:rPr 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BACKEND/DATABASE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300000"/>
                        </a:lnSpc>
                      </a:pPr>
                      <a:r>
                        <a:rPr lang="en-US" sz="1800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MYSQLI</a:t>
                      </a:r>
                      <a:endParaRPr lang="en-US" sz="1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300000"/>
                        </a:lnSpc>
                      </a:pP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62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73200" y="2763510"/>
            <a:ext cx="2286000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89100" y="2959100"/>
            <a:ext cx="1828800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 </a:t>
            </a:r>
            <a:r>
              <a:rPr lang="en-US" sz="2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</a:t>
            </a:r>
            <a:r>
              <a:rPr lang="en-US" sz="28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867400" y="1836410"/>
            <a:ext cx="2286000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83300" y="2093555"/>
            <a:ext cx="1828800" cy="400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</a:t>
            </a:r>
            <a:r>
              <a:rPr lang="en-US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RESIDENT</a:t>
            </a:r>
            <a:r>
              <a:rPr lang="en-US" sz="20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000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67400" y="3672820"/>
            <a:ext cx="2286000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96000" y="3791466"/>
            <a:ext cx="1828800" cy="6771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sz="20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PERSON</a:t>
            </a:r>
            <a:r>
              <a:rPr lang="en-US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4724400" y="381000"/>
            <a:ext cx="0" cy="617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7400" y="533400"/>
            <a:ext cx="365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3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3400"/>
            <a:ext cx="365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3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PARTIAL ACCESS</a:t>
            </a:r>
          </a:p>
        </p:txBody>
      </p:sp>
    </p:spTree>
    <p:extLst>
      <p:ext uri="{BB962C8B-B14F-4D97-AF65-F5344CB8AC3E}">
        <p14:creationId xmlns:p14="http://schemas.microsoft.com/office/powerpoint/2010/main" val="231005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505200" y="2209800"/>
            <a:ext cx="1905000" cy="1828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505200" y="2662534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ctr"/>
            <a:r>
              <a:rPr lang="en-US" b="1" dirty="0">
                <a:solidFill>
                  <a:srgbClr val="FFC000"/>
                </a:solidFill>
              </a:rPr>
              <a:t>SOCIETY </a:t>
            </a:r>
            <a:r>
              <a:rPr lang="en-US" sz="1600" b="1" dirty="0">
                <a:solidFill>
                  <a:srgbClr val="FFC000"/>
                </a:solidFill>
              </a:rPr>
              <a:t>MANAGEMENT</a:t>
            </a:r>
            <a:r>
              <a:rPr lang="en-US" b="1" dirty="0">
                <a:solidFill>
                  <a:srgbClr val="FFC000"/>
                </a:solidFill>
              </a:rPr>
              <a:t>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7000" y="81290"/>
            <a:ext cx="2286000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42900" y="276880"/>
            <a:ext cx="1828800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</a:t>
            </a:r>
            <a:r>
              <a:rPr lang="en-US" sz="28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29400" y="76200"/>
            <a:ext cx="2286000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845300" y="333345"/>
            <a:ext cx="1828800" cy="40011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RESIDENT</a:t>
            </a:r>
            <a:r>
              <a:rPr lang="en-US" sz="2000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000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29400" y="5791200"/>
            <a:ext cx="2286000" cy="91440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58000" y="5909846"/>
            <a:ext cx="1828800" cy="6463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</a:t>
            </a: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</a:t>
            </a:r>
            <a:r>
              <a:rPr lang="en-US" b="1" dirty="0" smtClean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dirty="0">
              <a:solidFill>
                <a:sysClr val="windowText" lastClr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Elbow Connector 15"/>
          <p:cNvCxnSpPr>
            <a:endCxn id="6" idx="1"/>
          </p:cNvCxnSpPr>
          <p:nvPr/>
        </p:nvCxnSpPr>
        <p:spPr>
          <a:xfrm rot="16200000" flipH="1">
            <a:off x="1562100" y="1181099"/>
            <a:ext cx="2133601" cy="175259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16200000" flipH="1">
            <a:off x="1257300" y="1181099"/>
            <a:ext cx="2438400" cy="2057401"/>
          </a:xfrm>
          <a:prstGeom prst="bentConnector3">
            <a:avLst>
              <a:gd name="adj1" fmla="val 9947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52600" y="1724506"/>
            <a:ext cx="369332" cy="561494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en-US" sz="1200" b="1" dirty="0" smtClean="0"/>
              <a:t>NEWS</a:t>
            </a:r>
            <a:endParaRPr lang="en-US" sz="12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396999" y="1724506"/>
            <a:ext cx="369332" cy="762000"/>
          </a:xfrm>
          <a:prstGeom prst="rect">
            <a:avLst/>
          </a:prstGeom>
          <a:effectLst>
            <a:softEdge rad="127000"/>
          </a:effectLst>
        </p:spPr>
        <p:txBody>
          <a:bodyPr vert="vert" wrap="square" rtlCol="0">
            <a:spAutoFit/>
          </a:bodyPr>
          <a:lstStyle/>
          <a:p>
            <a:r>
              <a:rPr lang="en-US" sz="1200" b="1" dirty="0"/>
              <a:t>NOTICE</a:t>
            </a:r>
          </a:p>
        </p:txBody>
      </p:sp>
      <p:cxnSp>
        <p:nvCxnSpPr>
          <p:cNvPr id="33" name="Elbow Connector 32"/>
          <p:cNvCxnSpPr/>
          <p:nvPr/>
        </p:nvCxnSpPr>
        <p:spPr>
          <a:xfrm rot="16200000" flipH="1">
            <a:off x="955045" y="1183645"/>
            <a:ext cx="2738110" cy="2362200"/>
          </a:xfrm>
          <a:prstGeom prst="bentConnector3">
            <a:avLst>
              <a:gd name="adj1" fmla="val 10148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92199" y="1724506"/>
            <a:ext cx="369332" cy="1171094"/>
          </a:xfrm>
          <a:prstGeom prst="rect">
            <a:avLst/>
          </a:prstGeom>
          <a:effectLst>
            <a:softEdge rad="127000"/>
          </a:effectLst>
        </p:spPr>
        <p:txBody>
          <a:bodyPr vert="vert" wrap="square" rtlCol="0">
            <a:spAutoFit/>
          </a:bodyPr>
          <a:lstStyle/>
          <a:p>
            <a:r>
              <a:rPr lang="en-US" sz="1200" b="1" dirty="0" smtClean="0"/>
              <a:t>COMPLAINTS</a:t>
            </a:r>
            <a:endParaRPr lang="en-US" sz="1200" b="1" dirty="0"/>
          </a:p>
        </p:txBody>
      </p:sp>
      <p:cxnSp>
        <p:nvCxnSpPr>
          <p:cNvPr id="47" name="Elbow Connector 46"/>
          <p:cNvCxnSpPr/>
          <p:nvPr/>
        </p:nvCxnSpPr>
        <p:spPr>
          <a:xfrm>
            <a:off x="886083" y="995690"/>
            <a:ext cx="3053834" cy="3042910"/>
          </a:xfrm>
          <a:prstGeom prst="bentConnector3">
            <a:avLst>
              <a:gd name="adj1" fmla="val -73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19087" y="1724506"/>
            <a:ext cx="400110" cy="1171094"/>
          </a:xfrm>
          <a:prstGeom prst="rect">
            <a:avLst/>
          </a:prstGeom>
          <a:effectLst>
            <a:softEdge rad="127000"/>
          </a:effectLst>
        </p:spPr>
        <p:txBody>
          <a:bodyPr vert="vert" wrap="square" rtlCol="0">
            <a:spAutoFit/>
          </a:bodyPr>
          <a:lstStyle/>
          <a:p>
            <a:r>
              <a:rPr lang="en-US" sz="1400" b="1" dirty="0" smtClean="0"/>
              <a:t>Payments</a:t>
            </a:r>
            <a:endParaRPr lang="en-US" sz="1200" b="1" dirty="0"/>
          </a:p>
        </p:txBody>
      </p:sp>
      <p:cxnSp>
        <p:nvCxnSpPr>
          <p:cNvPr id="57" name="Elbow Connector 56"/>
          <p:cNvCxnSpPr/>
          <p:nvPr/>
        </p:nvCxnSpPr>
        <p:spPr>
          <a:xfrm rot="5400000">
            <a:off x="5398014" y="1002781"/>
            <a:ext cx="2743207" cy="2718830"/>
          </a:xfrm>
          <a:prstGeom prst="bentConnector3">
            <a:avLst>
              <a:gd name="adj1" fmla="val 9953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57"/>
          <p:cNvCxnSpPr/>
          <p:nvPr/>
        </p:nvCxnSpPr>
        <p:spPr>
          <a:xfrm rot="10800000" flipV="1">
            <a:off x="4724402" y="990591"/>
            <a:ext cx="3733798" cy="3048009"/>
          </a:xfrm>
          <a:prstGeom prst="bentConnector3">
            <a:avLst>
              <a:gd name="adj1" fmla="val -34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968352" y="1724506"/>
            <a:ext cx="369332" cy="56149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200" b="1" dirty="0" smtClean="0"/>
              <a:t>NEWS</a:t>
            </a:r>
            <a:endParaRPr lang="en-US" sz="12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7390368" y="1676398"/>
            <a:ext cx="369332" cy="762000"/>
          </a:xfrm>
          <a:prstGeom prst="rect">
            <a:avLst/>
          </a:prstGeom>
          <a:effectLst>
            <a:softEdge rad="127000"/>
          </a:effectLst>
        </p:spPr>
        <p:txBody>
          <a:bodyPr vert="vert270" wrap="square" rtlCol="0">
            <a:spAutoFit/>
          </a:bodyPr>
          <a:lstStyle/>
          <a:p>
            <a:r>
              <a:rPr lang="en-US" sz="1200" b="1" dirty="0"/>
              <a:t>NOTICE</a:t>
            </a:r>
          </a:p>
        </p:txBody>
      </p:sp>
      <p:cxnSp>
        <p:nvCxnSpPr>
          <p:cNvPr id="61" name="Elbow Connector 60"/>
          <p:cNvCxnSpPr>
            <a:stCxn id="11" idx="2"/>
          </p:cNvCxnSpPr>
          <p:nvPr/>
        </p:nvCxnSpPr>
        <p:spPr>
          <a:xfrm rot="5400000">
            <a:off x="5372100" y="1028700"/>
            <a:ext cx="2438400" cy="2362200"/>
          </a:xfrm>
          <a:prstGeom prst="bentConnector3">
            <a:avLst>
              <a:gd name="adj1" fmla="val 10052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59700" y="1676398"/>
            <a:ext cx="369332" cy="1171094"/>
          </a:xfrm>
          <a:prstGeom prst="rect">
            <a:avLst/>
          </a:prstGeom>
          <a:effectLst>
            <a:softEdge rad="127000"/>
          </a:effectLst>
        </p:spPr>
        <p:txBody>
          <a:bodyPr vert="vert270" wrap="square" rtlCol="0">
            <a:spAutoFit/>
          </a:bodyPr>
          <a:lstStyle/>
          <a:p>
            <a:r>
              <a:rPr lang="en-US" sz="1200" b="1" dirty="0" smtClean="0"/>
              <a:t>COMPLAINTS</a:t>
            </a:r>
            <a:endParaRPr lang="en-US" sz="1200" b="1" dirty="0"/>
          </a:p>
        </p:txBody>
      </p:sp>
      <p:cxnSp>
        <p:nvCxnSpPr>
          <p:cNvPr id="63" name="Elbow Connector 62"/>
          <p:cNvCxnSpPr/>
          <p:nvPr/>
        </p:nvCxnSpPr>
        <p:spPr>
          <a:xfrm rot="5400000">
            <a:off x="5322391" y="1083502"/>
            <a:ext cx="2128504" cy="1952882"/>
          </a:xfrm>
          <a:prstGeom prst="bentConnector3">
            <a:avLst>
              <a:gd name="adj1" fmla="val 9952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135322" y="1676398"/>
            <a:ext cx="400110" cy="919039"/>
          </a:xfrm>
          <a:prstGeom prst="rect">
            <a:avLst/>
          </a:prstGeom>
          <a:effectLst>
            <a:softEdge rad="127000"/>
          </a:effectLst>
        </p:spPr>
        <p:txBody>
          <a:bodyPr vert="vert270" wrap="square" rtlCol="0">
            <a:spAutoFit/>
          </a:bodyPr>
          <a:lstStyle/>
          <a:p>
            <a:r>
              <a:rPr lang="en-US" sz="1400" b="1" dirty="0" smtClean="0"/>
              <a:t>Payments</a:t>
            </a:r>
            <a:endParaRPr lang="en-US" sz="1200" b="1" dirty="0"/>
          </a:p>
        </p:txBody>
      </p:sp>
      <p:cxnSp>
        <p:nvCxnSpPr>
          <p:cNvPr id="3" name="Elbow Connector 2"/>
          <p:cNvCxnSpPr>
            <a:endCxn id="6" idx="2"/>
          </p:cNvCxnSpPr>
          <p:nvPr/>
        </p:nvCxnSpPr>
        <p:spPr>
          <a:xfrm rot="10800000">
            <a:off x="4457700" y="4038600"/>
            <a:ext cx="2247900" cy="198120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10800000">
            <a:off x="3939920" y="4038604"/>
            <a:ext cx="2689481" cy="2362199"/>
          </a:xfrm>
          <a:prstGeom prst="bentConnector3">
            <a:avLst>
              <a:gd name="adj1" fmla="val 10005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05399" y="5742802"/>
            <a:ext cx="1281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effectLst>
                  <a:reflection endPos="0" dir="5400000" sy="-100000" algn="bl" rotWithShape="0"/>
                </a:effectLst>
              </a:rPr>
              <a:t>Entry Register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8100" y="6117857"/>
            <a:ext cx="1281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Exit Register</a:t>
            </a:r>
            <a:endParaRPr lang="en-US" sz="1200" b="1" dirty="0"/>
          </a:p>
        </p:txBody>
      </p:sp>
      <p:cxnSp>
        <p:nvCxnSpPr>
          <p:cNvPr id="28" name="Elbow Connector 27"/>
          <p:cNvCxnSpPr/>
          <p:nvPr/>
        </p:nvCxnSpPr>
        <p:spPr>
          <a:xfrm>
            <a:off x="2324099" y="274359"/>
            <a:ext cx="2133600" cy="1932920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/>
          <p:nvPr/>
        </p:nvCxnSpPr>
        <p:spPr>
          <a:xfrm>
            <a:off x="2324100" y="733455"/>
            <a:ext cx="1615819" cy="1473824"/>
          </a:xfrm>
          <a:prstGeom prst="bentConnector3">
            <a:avLst>
              <a:gd name="adj1" fmla="val 9951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667000" y="286146"/>
            <a:ext cx="1281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effectLst>
                  <a:reflection endPos="0" dir="5400000" sy="-100000" algn="bl" rotWithShape="0"/>
                </a:effectLst>
              </a:rPr>
              <a:t>Entry </a:t>
            </a:r>
            <a:r>
              <a:rPr lang="en-US" sz="1200" b="1" dirty="0">
                <a:effectLst>
                  <a:reflection endPos="0" dir="5400000" sy="-100000" algn="bl" rotWithShape="0"/>
                </a:effectLst>
              </a:rPr>
              <a:t>Register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81157" y="718692"/>
            <a:ext cx="1281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Exit </a:t>
            </a:r>
            <a:r>
              <a:rPr lang="en-US" sz="1200" b="1" dirty="0"/>
              <a:t>Register</a:t>
            </a:r>
          </a:p>
        </p:txBody>
      </p:sp>
    </p:spTree>
    <p:extLst>
      <p:ext uri="{BB962C8B-B14F-4D97-AF65-F5344CB8AC3E}">
        <p14:creationId xmlns:p14="http://schemas.microsoft.com/office/powerpoint/2010/main" val="306951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470</TotalTime>
  <Words>238</Words>
  <Application>Microsoft Office PowerPoint</Application>
  <PresentationFormat>On-screen Show (4:3)</PresentationFormat>
  <Paragraphs>53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NewsPrint</vt:lpstr>
      <vt:lpstr>SOCIETY MANAGEMENT SYSTEM WEB APP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SOCIETY MANAGEMENT SYSTEM WEB APP</dc:title>
  <dc:creator>TIRTHESH</dc:creator>
  <cp:lastModifiedBy>TIRTHESH</cp:lastModifiedBy>
  <cp:revision>69</cp:revision>
  <dcterms:created xsi:type="dcterms:W3CDTF">2020-04-07T16:14:28Z</dcterms:created>
  <dcterms:modified xsi:type="dcterms:W3CDTF">2020-04-09T12:53:35Z</dcterms:modified>
</cp:coreProperties>
</file>